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Strategic Growth Partnership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651760"/>
            <a:ext cx="18288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B"/>
                </a:solidFill>
              </a:rPr>
              <a:t>A Proposal for DataFlow Analytics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Prepared by GrowthPath Consulting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Understanding Your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A3D"/>
                </a:solidFill>
              </a:rPr>
              <a:t>We've listened. Here's what we heard: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Rapid growth from 12 to 35 people has outpaced your processes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Knowledge lives in people's heads, not documented systems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New team member onboarding takes 12 weeks — far too long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Series B investors will scrutinise your operational maturity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8229600" cy="914400"/>
          </a:xfrm>
          <a:prstGeom prst="rect">
            <a:avLst>
              <a:gd name="adj" fmla="val 10000"/>
            </a:avLst>
          </a:pr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"We're brilliant at solving our clients' data problems. We're terrible at solving our own operational ones."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— Marcus Chen, CEO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Cost of Inaction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Onboarding Delays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A3D"/>
                </a:solidFill>
              </a:rPr>
              <a:t>12 weeks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Every new hire takes 3 months to become productive. At your growth rate, that's significant lost capacity.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2560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Knowledge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A3D"/>
                </a:solidFill>
              </a:rPr>
              <a:t>Single Points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Critical knowledge exists only in key people's heads. One departure could halt operations.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2560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Investor Scrutiny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A3D"/>
                </a:solidFill>
              </a:rPr>
              <a:t>Series 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Due diligence will expose operational gaps. Fix them now, or explain them later.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5A3D"/>
                </a:solidFill>
              </a:rPr>
              <a:t>A practical, phased methodology that builds lasting capability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Discover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Deep-dive into current operations, interview key stakeholders, map critical workflows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B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548640" cy="54864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6974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Create scalable processes, define ownership, build documentation frameworks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0" y="1645920"/>
            <a:ext cx="548640" cy="54864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Deliver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Implement changes alongside your team, train leaders, embed new ways of working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84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680960" y="1645920"/>
            <a:ext cx="548640" cy="548640"/>
          </a:xfrm>
          <a:prstGeom prst="ellipse">
            <a:avLst/>
          </a:prstGeom>
          <a:solidFill>
            <a:srgbClr val="2D5A3D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3D"/>
                </a:solidFill>
              </a:rPr>
              <a:t>Sustain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6974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Handover with full documentation, support transition, ensure independence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You'll Receive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3D"/>
                </a:solidFill>
              </a:rPr>
              <a:t>Documentation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10 critical workflow playbooks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Role and responsibility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Decision-making frameworks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Onboarding programme (4-week)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3D"/>
                </a:solidFill>
              </a:rPr>
              <a:t>Strategy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5176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18-month strategic roadmap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Prioritisation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Series B narrative document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Board deck refresh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3D"/>
                </a:solidFill>
              </a:rPr>
              <a:t>Capability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5176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Leadership team coaching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Process ownership 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Change management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Quarterly review cadence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Timeline and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2D5A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Current State Report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188720"/>
            <a:ext cx="18288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3D7A5D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Process Blueprints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18288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4D9A7D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DELIVER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First 5 Playbooks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18288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4D9A7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DELIVER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Leadership Training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18288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4D9A7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DELIVER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All 10 Playbooks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43800" y="1188720"/>
            <a:ext cx="18288" cy="22860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1280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 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1645920"/>
            <a:ext cx="1143000" cy="457200"/>
          </a:xfrm>
          <a:prstGeom prst="rect">
            <a:avLst>
              <a:gd name="adj" fmla="val 10000"/>
            </a:avLst>
          </a:prstGeom>
          <a:solidFill>
            <a:srgbClr val="D4A84B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1691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SUSTAIN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3524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A3D"/>
                </a:solidFill>
              </a:rPr>
              <a:t>Full Handover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About GrowthPath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3D"/>
                </a:solidFill>
              </a:rPr>
              <a:t>Growth Advisory for Scottish SMEs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We help ambitious Scottish businesses scale smart. Founded by operators who've been in your shoes, we bring practical experience — not theoretical frameworks.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Our approach is hands-on: we work alongside your team, building capability that lasts long after we leave. We measure success by your independence, not your dependency.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We understand the Scottish business ecosystem — the opportunities, the challenges, and the unique culture of doing business 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2286000" cy="2743200"/>
          </a:xfrm>
          <a:prstGeom prst="rect">
            <a:avLst>
              <a:gd name="adj" fmla="val 4000"/>
            </a:avLst>
          </a:pr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</a:rPr>
              <a:t>By the Numbers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</a:rPr>
              <a:t>15+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Scottish SMEs advised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</a:rPr>
              <a:t>£12M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 revenue growth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</a:rPr>
              <a:t>100%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 retention 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Case Study: TechVenture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THE SITUATION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Edinburgh-based fintech, 28 employees, pre-Series A. Founder-led with no documented processes. New hires took 14 weeks to become productive. Investors flagged operational risk.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5-month engagement: process mapping, playbook creation, leadership coaching, and Series A preparation. Worked alongside the team two days per week.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926080"/>
          </a:xfrm>
          <a:prstGeom prst="rect">
            <a:avLst>
              <a:gd name="adj" fmla="val 3125"/>
            </a:avLst>
          </a:prstGeom>
          <a:solidFill>
            <a:srgbClr val="2D5A3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</a:rPr>
              <a:t>THE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14 → 4 weeks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Onboarding time reduced by 71%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167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 playbooks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4414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Critical processes documented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7340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£3.2M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0083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Series A closed 3 months later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3009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 →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Promoted internal leaders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931920" cy="777240"/>
          </a:xfrm>
          <a:prstGeom prst="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"GrowthPath didn't just give us documents — they built our management muscle. We closed our Series A three months ahead of schedule."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A3D"/>
                </a:solidFill>
              </a:rPr>
              <a:t>— Fiona MacLeod, CEO, TechVenture Solutions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Investment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3D"/>
                </a:solidFill>
              </a:rPr>
              <a:t>What's Included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Full discovery and current state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10 documented workflow playbooks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Leadership team coaching sessions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Onboarding programme redesign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Series B narrative and board materials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6 months of hands-on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</a:rPr>
              <a:t>Not Included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• Technology implementation (tools, software)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• Recruitment or HR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• Legal or financial advisory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743200" cy="2926080"/>
          </a:xfrm>
          <a:prstGeom prst="rect">
            <a:avLst>
              <a:gd name="adj" fmla="val 3333"/>
            </a:avLst>
          </a:prstGeom>
          <a:solidFill>
            <a:srgbClr val="2D5A3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B"/>
                </a:solidFill>
              </a:rPr>
              <a:t>Total Investment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£45,000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6-month engagement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Monthly invoicing: £7,500/month.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50% payable on signing,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balance monthly.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2103120" cy="1371600"/>
          </a:xfrm>
          <a:prstGeom prst="rect">
            <a:avLst>
              <a:gd name="adj" fmla="val 6667"/>
            </a:avLst>
          </a:prstGeom>
          <a:solidFill>
            <a:srgbClr val="3D6A4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Review this proposal with your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103120" cy="1371600"/>
          </a:xfrm>
          <a:prstGeom prst="rect">
            <a:avLst>
              <a:gd name="adj" fmla="val 6667"/>
            </a:avLst>
          </a:prstGeom>
          <a:solidFill>
            <a:srgbClr val="3D6A4D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Schedule a follow-up call to discuss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103120" cy="1371600"/>
          </a:xfrm>
          <a:prstGeom prst="rect">
            <a:avLst>
              <a:gd name="adj" fmla="val 6667"/>
            </a:avLst>
          </a:prstGeom>
          <a:solidFill>
            <a:srgbClr val="3D6A4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Sign engagement letter and begin Discovery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Ready to talk?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B"/>
                </a:solidFill>
              </a:rPr>
              <a:t>hodl@growthpath.scot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DataFlow Analytics - Strategic Growth Partnership Proposal</dc:title>
  <dc:subject>PptxGenJS Presentation</dc:subject>
  <dc:creator>GrowthPath Consulting</dc:creator>
  <cp:lastModifiedBy>GrowthPath Consulting</cp:lastModifiedBy>
  <cp:revision>1</cp:revision>
  <dcterms:created xsi:type="dcterms:W3CDTF">2025-12-24T12:09:58Z</dcterms:created>
  <dcterms:modified xsi:type="dcterms:W3CDTF">2025-12-24T12:09:58Z</dcterms:modified>
</cp:coreProperties>
</file>